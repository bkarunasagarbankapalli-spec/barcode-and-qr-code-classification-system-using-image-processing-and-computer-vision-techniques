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Krona One" panose="020B0604020202020204" charset="0"/>
      <p:regular r:id="rId13"/>
    </p:embeddedFont>
    <p:embeddedFont>
      <p:font typeface="Lexend" panose="020B0604020202020204" charset="0"/>
      <p:regular r:id="rId14"/>
    </p:embeddedFont>
    <p:embeddedFont>
      <p:font typeface="Lexend Medium" panose="020B0604020202020204" charset="0"/>
      <p:regular r:id="rId15"/>
    </p:embeddedFont>
    <p:embeddedFont>
      <p:font typeface="Lexend SemiBold" panose="020B0604020202020204" charset="0"/>
      <p:regular r:id="rId16"/>
    </p:embeddedFont>
    <p:embeddedFont>
      <p:font typeface="Martian Mono Medium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2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87380" y="1490266"/>
            <a:ext cx="5308467" cy="252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Barcode and QR Code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Classification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4315619"/>
            <a:ext cx="5308467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Image processing, computer vision, and deep learning for reliable code-type identification.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5854799"/>
            <a:ext cx="591805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CLASSIFY FIRST · DECODE SMARTER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43119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582161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Identification starts before decoding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50852"/>
            <a:ext cx="643119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Classify the code before decoding.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735362"/>
            <a:ext cx="2758411" cy="3226197"/>
          </a:xfrm>
          <a:prstGeom prst="roundRect">
            <a:avLst>
              <a:gd name="adj" fmla="val 5525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7229" y="2983012"/>
            <a:ext cx="226312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Recognition is fragile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7229" y="3862487"/>
            <a:ext cx="2263123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Blur, poor lighting, rotation, low quality, and damage make recognition harder.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72788" y="2735362"/>
            <a:ext cx="2758411" cy="3226197"/>
          </a:xfrm>
          <a:prstGeom prst="roundRect">
            <a:avLst>
              <a:gd name="adj" fmla="val 5525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20432" y="2983012"/>
            <a:ext cx="226312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Codes are everywhere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20432" y="3862487"/>
            <a:ext cx="2263123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Identification and tracking span retail, logistics, healthcare, warehouses, and inventory systems.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7873" y="0"/>
            <a:ext cx="4693822" cy="6858000"/>
          </a:xfrm>
          <a:prstGeom prst="roundRect">
            <a:avLst>
              <a:gd name="adj" fmla="val 324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922" y="19050"/>
            <a:ext cx="465572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Objectives turn visual patterns into a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Identify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191246"/>
            <a:ext cx="240024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Automatically classify barcode and QR code images.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67013" y="1641971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Enhance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67013" y="2191246"/>
            <a:ext cx="240024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Improve image quality through preprocessing.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4442" y="1641971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Extract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24442" y="2191246"/>
            <a:ext cx="240024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Capture visual and geometric features.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81870" y="1641971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Decide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81870" y="2191246"/>
            <a:ext cx="240024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Generate a class and confidence score.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9585" y="3396357"/>
            <a:ext cx="5333867" cy="1488281"/>
          </a:xfrm>
          <a:prstGeom prst="roundRect">
            <a:avLst>
              <a:gd name="adj" fmla="val 1024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7229" y="3644007"/>
            <a:ext cx="50862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METHOD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7229" y="4019848"/>
            <a:ext cx="483857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Computer vision plus deep learning supports varied capture conditions.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48244" y="3396357"/>
            <a:ext cx="5333867" cy="1488281"/>
          </a:xfrm>
          <a:prstGeom prst="roundRect">
            <a:avLst>
              <a:gd name="adj" fmla="val 10240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blurRad="201930" dist="127" dir="16200000" algn="bl" rotWithShape="0">
              <a:srgbClr val="FF9347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5887" y="3644007"/>
            <a:ext cx="50862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5887" y="4019848"/>
            <a:ext cx="483857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Less manual identification effort before decoding.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SYSTEM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From camera input to classification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7748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070596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Input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619871"/>
            <a:ext cx="35051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Image upload or camera input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19489" y="1641971"/>
            <a:ext cx="7766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419489" y="2070596"/>
            <a:ext cx="33527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19489" y="2619871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Resize, denoise, enhance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76998" y="1641971"/>
            <a:ext cx="7837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76998" y="2070596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Feature extraction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76998" y="2619871"/>
            <a:ext cx="35051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Features and region detection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585" y="3233241"/>
            <a:ext cx="8071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9585" y="3661866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Classifier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9585" y="4211141"/>
            <a:ext cx="35051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Computer vision or CNN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19489" y="3233241"/>
            <a:ext cx="7885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419489" y="3661866"/>
            <a:ext cx="33527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19489" y="4211141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Barcode / QR code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76998" y="3233241"/>
            <a:ext cx="7840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76998" y="3661866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Report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76998" y="4211141"/>
            <a:ext cx="35051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Confidence score and report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9585" y="4792762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Optional after classification: decoder → extracted information.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IMAGE 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Preprocessing makes code structure visible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641971"/>
            <a:ext cx="2062409" cy="2476500"/>
          </a:xfrm>
          <a:prstGeom prst="roundRect">
            <a:avLst>
              <a:gd name="adj" fmla="val 7389"/>
            </a:avLst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4529" y="1876921"/>
            <a:ext cx="9739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01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9" y="2305546"/>
            <a:ext cx="1592520" cy="1202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529" y="3685480"/>
            <a:ext cx="182746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ORIGINAL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24389" y="1641971"/>
            <a:ext cx="2062409" cy="2476500"/>
          </a:xfrm>
          <a:prstGeom prst="roundRect">
            <a:avLst>
              <a:gd name="adj" fmla="val 7389"/>
            </a:avLst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059334" y="1876921"/>
            <a:ext cx="9756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02</a:t>
            </a:r>
            <a:endParaRPr lang="en-US" sz="2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334" y="2305546"/>
            <a:ext cx="1592520" cy="12021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59334" y="3685480"/>
            <a:ext cx="182746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GRAYSCALE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39194" y="1641971"/>
            <a:ext cx="2062409" cy="2476500"/>
          </a:xfrm>
          <a:prstGeom prst="roundRect">
            <a:avLst>
              <a:gd name="adj" fmla="val 7389"/>
            </a:avLst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274138" y="1876921"/>
            <a:ext cx="9827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03</a:t>
            </a:r>
            <a:endParaRPr lang="en-US" sz="2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4138" y="2305546"/>
            <a:ext cx="1592520" cy="12021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74138" y="3685480"/>
            <a:ext cx="182746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DENOISE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253999" y="1641971"/>
            <a:ext cx="4328111" cy="2476500"/>
          </a:xfrm>
          <a:prstGeom prst="roundRect">
            <a:avLst>
              <a:gd name="adj" fmla="val 6154"/>
            </a:avLst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488943" y="1876921"/>
            <a:ext cx="385822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Contrast enhancement and thresholding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488943" y="2715121"/>
            <a:ext cx="385822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Edge detection and rotation correction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488943" y="3553321"/>
            <a:ext cx="385822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Normalized processed image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09585" y="4391521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Preprocessing supports more reliable classification by making code structure consistent across capture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VISUAL SIGNATURES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621272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1D lines and 2D geometry leave different signatures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050852"/>
            <a:ext cx="2953966" cy="3062883"/>
          </a:xfrm>
          <a:prstGeom prst="roundRect">
            <a:avLst>
              <a:gd name="adj" fmla="val 515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7229" y="2298502"/>
            <a:ext cx="27063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BARCODE · 1D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7229" y="2620367"/>
            <a:ext cx="24586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Parallel lines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7229" y="3235623"/>
            <a:ext cx="2458678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Widths, spacing, orientation; primarily one-dimensional information.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68343" y="2050852"/>
            <a:ext cx="2953966" cy="3062883"/>
          </a:xfrm>
          <a:prstGeom prst="roundRect">
            <a:avLst>
              <a:gd name="adj" fmla="val 515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5987" y="2298502"/>
            <a:ext cx="27063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QR CODE · 2D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5987" y="2620367"/>
            <a:ext cx="245867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Square geometry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5987" y="3631803"/>
            <a:ext cx="2458678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Square grid; two-dimensional information; position-detection squares.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585" y="5386784"/>
            <a:ext cx="6212724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Shared features: orientation, edge density, geometry, shape, texture, and spatial distribution.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88983" y="0"/>
            <a:ext cx="4302712" cy="6858000"/>
          </a:xfrm>
          <a:prstGeom prst="roundRect">
            <a:avLst>
              <a:gd name="adj" fmla="val 3542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033" y="19050"/>
            <a:ext cx="426461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1774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MODEL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39614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classifier learns what the eye notices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750120"/>
            <a:ext cx="10972526" cy="333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Input image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Preprocessing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Region detection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Feature extraction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5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CNN / computer-vision classifier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6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Predicted class: barcode or QR code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7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Confidence score and result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5360591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CNN STRIP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585" y="5831681"/>
            <a:ext cx="1158211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Image → Convolution → ReLU → Pooling → Flatten → Fully connected → Classification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2257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591299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Dashboard turns the model into a usable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050852"/>
            <a:ext cx="2880248" cy="2261592"/>
          </a:xfrm>
          <a:prstGeom prst="roundRect">
            <a:avLst>
              <a:gd name="adj" fmla="val 6738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1030" y="2222302"/>
            <a:ext cx="270880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1030" y="2598142"/>
            <a:ext cx="253735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Uploaded image preview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File name · processing status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42229" y="2050852"/>
            <a:ext cx="2880347" cy="2261592"/>
          </a:xfrm>
          <a:prstGeom prst="roundRect">
            <a:avLst>
              <a:gd name="adj" fmla="val 6738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13675" y="2222302"/>
            <a:ext cx="270890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RESULT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3675" y="2598142"/>
            <a:ext cx="2537456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Predicted Class: QR Code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Confidence: Demo value — replace with measured result.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585" y="4464844"/>
            <a:ext cx="2880248" cy="1644452"/>
          </a:xfrm>
          <a:prstGeom prst="roundRect">
            <a:avLst>
              <a:gd name="adj" fmla="val 9267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030" y="4636294"/>
            <a:ext cx="270880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030" y="5012134"/>
            <a:ext cx="253735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Original image · processed image · detected code region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42229" y="4464844"/>
            <a:ext cx="2880347" cy="1644452"/>
          </a:xfrm>
          <a:prstGeom prst="roundRect">
            <a:avLst>
              <a:gd name="adj" fmla="val 9267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13675" y="4636294"/>
            <a:ext cx="270890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METRICS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13675" y="5012134"/>
            <a:ext cx="2537456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Accuracy · precision · recall · F1-score · confusion matrix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36855" y="0"/>
            <a:ext cx="4754840" cy="6858000"/>
          </a:xfrm>
          <a:prstGeom prst="roundRect">
            <a:avLst>
              <a:gd name="adj" fmla="val 3205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904" y="19050"/>
            <a:ext cx="4716741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PRACTICAL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Built for retail, logistics, and intelligent tracking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53338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585" y="2017812"/>
            <a:ext cx="5333867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Automatic classification; faster image-based identification; varied-condition support; confidence scores; reduced manual effort.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48244" y="1641971"/>
            <a:ext cx="53338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APPLICATIONS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1950541"/>
            <a:ext cx="426630" cy="4266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79666" y="2017812"/>
            <a:ext cx="46024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Retail</a:t>
            </a:r>
            <a:endParaRPr lang="en-US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433141"/>
            <a:ext cx="426630" cy="4266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79666" y="2500412"/>
            <a:ext cx="46024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Warehouses</a:t>
            </a:r>
            <a:endParaRPr lang="en-US" sz="2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2915741"/>
            <a:ext cx="426630" cy="4266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79666" y="2983012"/>
            <a:ext cx="46024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Logistics</a:t>
            </a:r>
            <a:endParaRPr lang="en-US" sz="2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3398341"/>
            <a:ext cx="426630" cy="4266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79666" y="3465612"/>
            <a:ext cx="46024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Healthcare</a:t>
            </a:r>
            <a:endParaRPr lang="en-US" sz="2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244" y="3880941"/>
            <a:ext cx="426630" cy="4266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79666" y="3948212"/>
            <a:ext cx="46024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Industrial automation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6248244" y="4456212"/>
            <a:ext cx="533386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Inventory and product tracking.</a:t>
            </a:r>
            <a:endParaRPr lang="en-US" sz="2400" dirty="0"/>
          </a:p>
        </p:txBody>
      </p:sp>
      <p:sp>
        <p:nvSpPr>
          <p:cNvPr id="18" name="Shape 11"/>
          <p:cNvSpPr/>
          <p:nvPr/>
        </p:nvSpPr>
        <p:spPr>
          <a:xfrm>
            <a:off x="609585" y="5140722"/>
            <a:ext cx="10972526" cy="1488281"/>
          </a:xfrm>
          <a:prstGeom prst="roundRect">
            <a:avLst>
              <a:gd name="adj" fmla="val 1024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857229" y="5388372"/>
            <a:ext cx="1072488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857229" y="5764213"/>
            <a:ext cx="1047723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Real-time camera detection · decoding · multiple-code detection · mobile and cloud deployment · damaged-code recognition · IoT integration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066800"/>
            <a:ext cx="680703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FINAL TAKEAWAY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388666"/>
            <a:ext cx="6197445" cy="189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Classify first.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Decode smarter.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3583087"/>
            <a:ext cx="6197445" cy="246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By combining preprocessing, visual features, and deep-learning classification, the system distinguishes one-dimensional barcodes from two-dimensional QR codes for efficient tracking and inventory workflows.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6407448"/>
            <a:ext cx="680703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THANK YOU ·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Lexend</vt:lpstr>
      <vt:lpstr>Arial</vt:lpstr>
      <vt:lpstr>Lexend SemiBold</vt:lpstr>
      <vt:lpstr>Krona One</vt:lpstr>
      <vt:lpstr>Lexend Medium</vt:lpstr>
      <vt:lpstr>Martian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Admin</cp:lastModifiedBy>
  <cp:revision>2</cp:revision>
  <dcterms:created xsi:type="dcterms:W3CDTF">2026-10-03T05:19:37Z</dcterms:created>
  <dcterms:modified xsi:type="dcterms:W3CDTF">2026-10-03T05:23:39Z</dcterms:modified>
</cp:coreProperties>
</file>